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48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14B8A6"/>
                </a:solidFill>
              </a:rPr>
              <a:t>EXERCÍCIO PRÁTICO — FIAP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AllStay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 de Pagamento na Jornada do Usuário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</a:rPr>
              <a:t>Produtos Financeiros · Startup 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50" dirty="0">
                <a:solidFill>
                  <a:srgbClr val="FFFFFF"/>
                </a:solidFill>
              </a:rPr>
              <a:t>Arquitetura · Jornada · Pagamentos · Monetização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1. JORNADA DO USUÁRIO (END-TO-END)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5603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👤  Persona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Lucas, 34 anos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Hospedado em resort 5★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com a namorada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Check-in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QR Code no cartão do quarto ou WhatsApp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17320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472184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27048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27048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56232" y="2176272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1º Acesso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27048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Escaneia QR · sem app · código do hotel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33472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688336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80946" y="2176272"/>
            <a:ext cx="8503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Exploração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Spa · Yoga · Passeios · Restaurantes · Eventos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9624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904488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59352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15386" y="2176272"/>
            <a:ext cx="8412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Descoberta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9352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Filtra por horário, categoria, preço e vagas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65776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20640" y="2103120"/>
            <a:ext cx="115214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75504" y="216712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2176272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Reserva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75504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Seleciona · confirma · recebe confirmação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81928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336792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91656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2176272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Estadia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91656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Lembretes · cancela · remarca atividades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98080" y="2615184"/>
            <a:ext cx="548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552944" y="2103120"/>
            <a:ext cx="115214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07808" y="216712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07808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36992" y="2176272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Pós-atividade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07808" y="2505456"/>
            <a:ext cx="1042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Avalia · dados alimentam recomendações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3310128"/>
            <a:ext cx="8631936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9" name="Text 47"/>
          <p:cNvSpPr/>
          <p:nvPr/>
        </p:nvSpPr>
        <p:spPr>
          <a:xfrm>
            <a:off x="411480" y="3364992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</a:rPr>
              <a:t>💳  Na etapa 5 (Reserva) acontece a decisão de pagamento — o momento central desta análise.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2. ARQUITETURA DE PAGAMENTOS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MVP 1 — Sem pagamento digital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389888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Hóspede reserva na plataforma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3931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1956816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Consumo lançado na conta do quarto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3931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786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" y="2523744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Cobrança feita no checkout pelo hotel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3931920" cy="8961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72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✅  Vantagens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4015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• Sem integração financeira
• Menor complexidade técnica
• Mais rápido de lançar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822960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MVP 2 — Pagamento integrado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389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Integração com adquirente: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691640"/>
            <a:ext cx="123444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691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</a:rPr>
              <a:t>Pagar.me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1691640"/>
            <a:ext cx="123444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691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</a:rPr>
              <a:t>Mercado Pago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691640"/>
            <a:ext cx="123444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91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</a:rPr>
              <a:t>Stripe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167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Meios de pagamento: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487168"/>
            <a:ext cx="1920240" cy="329184"/>
          </a:xfrm>
          <a:prstGeom prst="rect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487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PIX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2487168"/>
            <a:ext cx="19202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487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Crédito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889504"/>
            <a:ext cx="192024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89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Débito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2889504"/>
            <a:ext cx="192024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889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</a:rPr>
              <a:t>Apple/Google Pay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364992"/>
            <a:ext cx="393192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34107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21B6"/>
                </a:solidFill>
              </a:rPr>
              <a:t>🔑  Adquirente escolhida por integração mais simples. Métodos de aprovação instantânea + carteiras digitais facilitam o pagamento in-app.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52544" y="23637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233672" y="2638891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Evolução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FLUXO DE PAGAMENTO — MVP 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298448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🛎️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Hóspede escolhe atividade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90472" y="1440180"/>
            <a:ext cx="8229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960120"/>
            <a:ext cx="1298448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2768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18488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AllStay consulta disponibilidade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1440180"/>
            <a:ext cx="8229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960120"/>
            <a:ext cx="1298448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62656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08376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Reserva criada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0248" y="1440180"/>
            <a:ext cx="8229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2544" y="960120"/>
            <a:ext cx="1298448" cy="96012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52544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98264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Usuário realiza pagamento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0136" y="1440180"/>
            <a:ext cx="8229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2432" y="960120"/>
            <a:ext cx="1298448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42432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88152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Gateway autoriza transação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50024" y="1440180"/>
            <a:ext cx="8229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960120"/>
            <a:ext cx="1298448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0515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78040" y="1435608"/>
            <a:ext cx="1207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Reserva confirmada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Hotel notificado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2057400"/>
            <a:ext cx="4059936" cy="310896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05740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369A1"/>
                </a:solidFill>
              </a:rPr>
              <a:t>FRONT-END (AllStay) — seleção, carrinho, tela de pagamento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34256" y="2057400"/>
            <a:ext cx="1389888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4256" y="20574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GATEWAY / ADQUIRENTE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15584" y="2057400"/>
            <a:ext cx="3145536" cy="310896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15584" y="205740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</a:rPr>
              <a:t>BACK-END — confirmação e notificação ao hotel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85953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596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MODELO COMERCIAL COM OS HOTÉIS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290779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953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📄  MVP — Boleto mensal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20040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Poucos hotéis · tickets altos (~R$10k)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Cobrança pessoal · taxas mínimas de boleto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Evita taxas de adquirente sobre assinatura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90779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9535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🚀  Futuro — Assinatura recorrente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20040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Contrato padrão automatizado via adquirente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Assinatura recorrente escalável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Visando growth da plataforma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</a:rPr>
              <a:t>SÍNTESE — DECISÕES DE PAGAMENTOS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1480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Simplicidade no MVP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Nenhum pagamento digital na v1. Consumo lançado na conta do quarto — integração zero, go-to-market mais rápido.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1148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Integração via Adquirente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435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MVP 2 usa uma única adquirente (Pagar.me / Mercado Pago / Stripe) para orquestrar todos os meios de pagamento.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411480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743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Aprovação Instantânea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</a:rPr>
              <a:t>PIX, crédito, débito e carteiras digitais (Apple/Google Pay) garantem confirmação imediata da reserva.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743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Cobrança B2B por Boleto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0815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Hotéis pagam assinatura via boleto no MVP. Taxa mínima, atendimento personalizado para contratos de alto valor.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AllStay · FIAP · Produtos Financeiros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440</Words>
  <Application>Microsoft Office PowerPoint</Application>
  <PresentationFormat>Apresentação na tela (16:9)</PresentationFormat>
  <Paragraphs>96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AllStay - Meios de Pagamento</dc:title>
  <dc:subject>PptxGenJS Presentation</dc:subject>
  <dc:creator>PptxGenJS</dc:creator>
  <cp:lastModifiedBy>William da Silva Braga</cp:lastModifiedBy>
  <cp:revision>4</cp:revision>
  <dcterms:created xsi:type="dcterms:W3CDTF">2026-06-03T01:12:50Z</dcterms:created>
  <dcterms:modified xsi:type="dcterms:W3CDTF">2026-06-03T01:21:31Z</dcterms:modified>
</cp:coreProperties>
</file>